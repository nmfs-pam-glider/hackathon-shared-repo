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sg607 PAM Noise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9 mission phases analyzed | QC applied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2000"/>
            </a:pPr>
            <a:r>
              <a:t>124,836 science rows across 9 mission phases: shakedown, fast, shallow dives, slow, intermediate, drift, mini-slow, mini-intermediate, mini-fast</a:t>
            </a:r>
          </a:p>
          <a:p>
            <a:pPr>
              <a:defRPr sz="2000"/>
            </a:pPr>
            <a:r>
              <a:t>Overall mean broadband SPL: 93.9 dB (min 78.4, max 136.9)</a:t>
            </a:r>
          </a:p>
          <a:p>
            <a:pPr>
              <a:defRPr sz="2000"/>
            </a:pPr>
            <a:r>
              <a:t>Variables binned: temperature, salinity, density, soundVelocity, depth, latitude, longitude</a:t>
            </a:r>
          </a:p>
          <a:p>
            <a:pPr>
              <a:defRPr sz="2000"/>
            </a:pPr>
            <a:r>
              <a:t>QC status: QC applied</a:t>
            </a:r>
          </a:p>
          <a:p>
            <a:pPr>
              <a:defRPr sz="2000"/>
            </a:pPr>
            <a:r>
              <a:t>depth_mask_flag: 3,518 of 126,907 rows flagged (2.8%) - dropped from this analysis</a:t>
            </a:r>
          </a:p>
          <a:p>
            <a:pPr>
              <a:defRPr sz="2000"/>
            </a:pPr>
            <a:r>
              <a:t>Strongest overall correlation with broadband SPL: latitude (r=0.13, n=123,389)</a:t>
            </a:r>
          </a:p>
          <a:p>
            <a:pPr>
              <a:defRPr sz="2000"/>
            </a:pPr>
            <a:r>
              <a:t>Strongest per-mode correlation: depth during "shallow dives" (r=0.26, n=5,529)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Full-mission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Depth over time by mission phase</a:t>
            </a:r>
          </a:p>
        </p:txBody>
      </p:sp>
      <p:pic>
        <p:nvPicPr>
          <p:cNvPr id="3" name="Picture 2" descr="sg607_time_depth_by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836" y="914400"/>
            <a:ext cx="10809847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Full-deployment dive profile, colored by mission phase.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Glider track: phase &amp; QC</a:t>
            </a:r>
          </a:p>
        </p:txBody>
      </p:sp>
      <p:pic>
        <p:nvPicPr>
          <p:cNvPr id="3" name="Picture 2" descr="sg607_track_by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371" y="914400"/>
            <a:ext cx="7018777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Full-deployment glider track (longitude vs latitude): left colored by mission phase, right highlighting rows flagged by the depth_mask_flag QC check.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Mean spectrum by mission phase</a:t>
            </a:r>
          </a:p>
        </p:txBody>
      </p:sp>
      <p:pic>
        <p:nvPicPr>
          <p:cNvPr id="3" name="Picture 2" descr="sg607_spectrum_by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703" y="914400"/>
            <a:ext cx="7696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hybrid millidecade noise spectrum for each mission phase - frequency (log) vs SPL, one line per mode.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Broadband SPL by mission phase</a:t>
            </a:r>
          </a:p>
        </p:txBody>
      </p:sp>
      <p:pic>
        <p:nvPicPr>
          <p:cNvPr id="3" name="Picture 2" descr="sg607_broadband_boxplot_by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419" y="914400"/>
            <a:ext cx="767868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Distribution of broadband SPL for each mission phase.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Broadband SPL before vs after QC</a:t>
            </a:r>
          </a:p>
        </p:txBody>
      </p:sp>
      <p:pic>
        <p:nvPicPr>
          <p:cNvPr id="3" name="Picture 2" descr="sg607_qc_before_after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14279"/>
            <a:ext cx="11247120" cy="41722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One pair of boxes per mission phase: all data vs depth_mask_flag-filtered ("QC'd"). If QC is off, each pair matches - nothing was dropped.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Whole-deployment correlation matrix</a:t>
            </a:r>
          </a:p>
        </p:txBody>
      </p:sp>
      <p:pic>
        <p:nvPicPr>
          <p:cNvPr id="3" name="Picture 2" descr="sg607_overall_corr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617" y="914400"/>
            <a:ext cx="523028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Pearson correlation between every CTD/science variable and broadband SPL, all mission phases combined.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Broadband SPL correlation strength by variable and mode</a:t>
            </a:r>
          </a:p>
        </p:txBody>
      </p:sp>
      <p:pic>
        <p:nvPicPr>
          <p:cNvPr id="3" name="Picture 2" descr="sg607_broadband_correlation_by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366" y="914400"/>
            <a:ext cx="778078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Real per-point Pearson r between broadband SPL and each raw variable, grouped by mission phase.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Correlation matrix by mission phase</a:t>
            </a:r>
          </a:p>
        </p:txBody>
      </p:sp>
      <p:pic>
        <p:nvPicPr>
          <p:cNvPr id="3" name="Picture 2" descr="sg607_corr_matrix_by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689" y="914400"/>
            <a:ext cx="46081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Full CTD/science variable + broadband SPL correlation matrix, computed separately within each mission phase, for direct side-by-side comparison.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shakedown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spectrum by temperature bin</a:t>
            </a:r>
          </a:p>
        </p:txBody>
      </p:sp>
      <p:pic>
        <p:nvPicPr>
          <p:cNvPr id="3" name="Picture 2" descr="sg607_spectrum_shakedown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"shakedown" (frequency, log scale, vs SPL), one line per temperature bin.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SPL by temperature bin</a:t>
            </a:r>
          </a:p>
        </p:txBody>
      </p:sp>
      <p:pic>
        <p:nvPicPr>
          <p:cNvPr id="3" name="Picture 2" descr="sg607_box_shakedown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"shakedown", split by temperature bin. Title shows the real per-point Pearson r between raw temperature and raw SPL for this mode.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spectrum by salinity bin</a:t>
            </a:r>
          </a:p>
        </p:txBody>
      </p:sp>
      <p:pic>
        <p:nvPicPr>
          <p:cNvPr id="3" name="Picture 2" descr="sg607_spectrum_shakedown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"shakedown" (frequency, log scale, vs SPL), one line per salinity bin.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SPL by salinity bin</a:t>
            </a:r>
          </a:p>
        </p:txBody>
      </p:sp>
      <p:pic>
        <p:nvPicPr>
          <p:cNvPr id="3" name="Picture 2" descr="sg607_box_shakedown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"shakedown", split by salinity bin. Title shows the real per-point Pearson r between raw salinity and raw SPL for this mode.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spectrum by density bin</a:t>
            </a:r>
          </a:p>
        </p:txBody>
      </p:sp>
      <p:pic>
        <p:nvPicPr>
          <p:cNvPr id="3" name="Picture 2" descr="sg607_spectrum_shakedown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"shakedown" (frequency, log scale, vs SPL), one line per density bin.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SPL by density bin</a:t>
            </a:r>
          </a:p>
        </p:txBody>
      </p:sp>
      <p:pic>
        <p:nvPicPr>
          <p:cNvPr id="3" name="Picture 2" descr="sg607_box_shakedown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"shakedown", split by density bin. Title shows the real per-point Pearson r between raw density and raw SPL for this mode.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spectrum by soundVelocity bin</a:t>
            </a:r>
          </a:p>
        </p:txBody>
      </p:sp>
      <p:pic>
        <p:nvPicPr>
          <p:cNvPr id="3" name="Picture 2" descr="sg607_spectrum_shakedown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"shakedown" (frequency, log scale, vs SPL), one line per soundVelocity bin.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SPL by soundVelocity bin</a:t>
            </a:r>
          </a:p>
        </p:txBody>
      </p:sp>
      <p:pic>
        <p:nvPicPr>
          <p:cNvPr id="3" name="Picture 2" descr="sg607_box_shakedown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48" y="914400"/>
            <a:ext cx="733762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"shakedown", split by soundVelocity bin. Title shows the real per-point Pearson r between raw soundVelocity and raw SPL for this mode.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spectrum by depth bin</a:t>
            </a:r>
          </a:p>
        </p:txBody>
      </p:sp>
      <p:pic>
        <p:nvPicPr>
          <p:cNvPr id="3" name="Picture 2" descr="sg607_spectrum_shakedown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070" y="914400"/>
            <a:ext cx="654137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"shakedown" (frequency, log scale, vs SPL), one line per depth bin.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SPL by depth bin</a:t>
            </a:r>
          </a:p>
        </p:txBody>
      </p:sp>
      <p:pic>
        <p:nvPicPr>
          <p:cNvPr id="3" name="Picture 2" descr="sg607_box_shakedown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"shakedown", split by depth bin. Title shows the real per-point Pearson r between raw depth and raw SPL for this mode.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spectrum by latitude bin</a:t>
            </a:r>
          </a:p>
        </p:txBody>
      </p:sp>
      <p:pic>
        <p:nvPicPr>
          <p:cNvPr id="3" name="Picture 2" descr="sg607_spectrum_shakedown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"shakedown" (frequency, log scale, vs SPL), one line per latitude bin.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SPL by latitude bin</a:t>
            </a:r>
          </a:p>
        </p:txBody>
      </p:sp>
      <p:pic>
        <p:nvPicPr>
          <p:cNvPr id="3" name="Picture 2" descr="sg607_box_shakedown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"shakedown", split by latitude bin. Title shows the real per-point Pearson r between raw latitude and raw SPL for this mode.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spectrum by longitude bin</a:t>
            </a:r>
          </a:p>
        </p:txBody>
      </p:sp>
      <p:pic>
        <p:nvPicPr>
          <p:cNvPr id="3" name="Picture 2" descr="sg607_spectrum_shakedown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070" y="914400"/>
            <a:ext cx="654137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"shakedown" (frequency, log scale, vs SPL), one line per longitude bin.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shakedown - SPL by longitude bin</a:t>
            </a:r>
          </a:p>
        </p:txBody>
      </p:sp>
      <p:pic>
        <p:nvPicPr>
          <p:cNvPr id="3" name="Picture 2" descr="sg607_box_shakedown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"shakedown", split by longitude bin. Title shows the real per-point Pearson r between raw longitude and raw SPL for this mode.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spectrum by temperature bin</a:t>
            </a:r>
          </a:p>
        </p:txBody>
      </p:sp>
      <p:pic>
        <p:nvPicPr>
          <p:cNvPr id="3" name="Picture 2" descr="sg607_spectrum_fast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"fast" (frequency, log scale, vs SPL), one line per temperature bin.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SPL by temperature bin</a:t>
            </a:r>
          </a:p>
        </p:txBody>
      </p:sp>
      <p:pic>
        <p:nvPicPr>
          <p:cNvPr id="3" name="Picture 2" descr="sg607_box_fast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"fast", split by temperature bin. Title shows the real per-point Pearson r between raw temperature and raw SPL for this mode.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spectrum by salinity bin</a:t>
            </a:r>
          </a:p>
        </p:txBody>
      </p:sp>
      <p:pic>
        <p:nvPicPr>
          <p:cNvPr id="3" name="Picture 2" descr="sg607_spectrum_fast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"fast" (frequency, log scale, vs SPL), one line per salinity bin.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SPL by salinity bin</a:t>
            </a:r>
          </a:p>
        </p:txBody>
      </p:sp>
      <p:pic>
        <p:nvPicPr>
          <p:cNvPr id="3" name="Picture 2" descr="sg607_box_fast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"fast", split by salinity bin. Title shows the real per-point Pearson r between raw salinity and raw SPL for this mode.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spectrum by density bin</a:t>
            </a:r>
          </a:p>
        </p:txBody>
      </p:sp>
      <p:pic>
        <p:nvPicPr>
          <p:cNvPr id="3" name="Picture 2" descr="sg607_spectrum_fas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"fast" (frequency, log scale, vs SPL), one line per density bin.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SPL by density bin</a:t>
            </a:r>
          </a:p>
        </p:txBody>
      </p:sp>
      <p:pic>
        <p:nvPicPr>
          <p:cNvPr id="3" name="Picture 2" descr="sg607_box_fas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"fast", split by density bin. Title shows the real per-point Pearson r between raw density and raw SPL for this mode.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spectrum by soundVelocity bin</a:t>
            </a:r>
          </a:p>
        </p:txBody>
      </p:sp>
      <p:pic>
        <p:nvPicPr>
          <p:cNvPr id="3" name="Picture 2" descr="sg607_spectrum_fast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"fast" (frequency, log scale, vs SPL), one line per soundVelocity bin.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SPL by soundVelocity bin</a:t>
            </a:r>
          </a:p>
        </p:txBody>
      </p:sp>
      <p:pic>
        <p:nvPicPr>
          <p:cNvPr id="3" name="Picture 2" descr="sg607_box_fast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48" y="914400"/>
            <a:ext cx="733762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"fast", split by soundVelocity bin. Title shows the real per-point Pearson r between raw soundVelocity and raw SPL for this mode.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spectrum by depth bin</a:t>
            </a:r>
          </a:p>
        </p:txBody>
      </p:sp>
      <p:pic>
        <p:nvPicPr>
          <p:cNvPr id="3" name="Picture 2" descr="sg607_spectrum_fast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"fast" (frequency, log scale, vs SPL), one line per depth bin.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SPL by depth bin</a:t>
            </a:r>
          </a:p>
        </p:txBody>
      </p:sp>
      <p:pic>
        <p:nvPicPr>
          <p:cNvPr id="3" name="Picture 2" descr="sg607_box_fast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490" y="914400"/>
            <a:ext cx="736253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"fast", split by depth bin. Title shows the real per-point Pearson r between raw depth and raw SPL for this mode.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spectrum by latitude bin</a:t>
            </a:r>
          </a:p>
        </p:txBody>
      </p:sp>
      <p:pic>
        <p:nvPicPr>
          <p:cNvPr id="3" name="Picture 2" descr="sg607_spectrum_fast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070" y="914400"/>
            <a:ext cx="654137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"fast" (frequency, log scale, vs SPL), one line per latitude bin.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SPL by latitude bin</a:t>
            </a:r>
          </a:p>
        </p:txBody>
      </p:sp>
      <p:pic>
        <p:nvPicPr>
          <p:cNvPr id="3" name="Picture 2" descr="sg607_box_fast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"fast", split by latitude bin. Title shows the real per-point Pearson r between raw latitude and raw SPL for this mode.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spectrum by longitude bin</a:t>
            </a:r>
          </a:p>
        </p:txBody>
      </p:sp>
      <p:pic>
        <p:nvPicPr>
          <p:cNvPr id="3" name="Picture 2" descr="sg607_spectrum_fast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"fast" (frequency, log scale, vs SPL), one line per longitude bin.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fast - SPL by longitude bin</a:t>
            </a:r>
          </a:p>
        </p:txBody>
      </p:sp>
      <p:pic>
        <p:nvPicPr>
          <p:cNvPr id="3" name="Picture 2" descr="sg607_box_fast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"fast", split by longitude bin. Title shows the real per-point Pearson r between raw longitude and raw SPL for this mode.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shallow dives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spectrum by temperature bin</a:t>
            </a:r>
          </a:p>
        </p:txBody>
      </p:sp>
      <p:pic>
        <p:nvPicPr>
          <p:cNvPr id="3" name="Picture 2" descr="sg607_spectrum_shallow_dives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"shallow dives" (frequency, log scale, vs SPL), one line per temperature bin.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SPL by temperature bin</a:t>
            </a:r>
          </a:p>
        </p:txBody>
      </p:sp>
      <p:pic>
        <p:nvPicPr>
          <p:cNvPr id="3" name="Picture 2" descr="sg607_box_shallow_dives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"shallow dives", split by temperature bin. Title shows the real per-point Pearson r between raw temperature and raw SPL for this mode.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spectrum by salinity bin</a:t>
            </a:r>
          </a:p>
        </p:txBody>
      </p:sp>
      <p:pic>
        <p:nvPicPr>
          <p:cNvPr id="3" name="Picture 2" descr="sg607_spectrum_shallow_dives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"shallow dives" (frequency, log scale, vs SPL), one line per salinity bin.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SPL by salinity bin</a:t>
            </a:r>
          </a:p>
        </p:txBody>
      </p:sp>
      <p:pic>
        <p:nvPicPr>
          <p:cNvPr id="3" name="Picture 2" descr="sg607_box_shallow_dives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"shallow dives", split by salinity bin. Title shows the real per-point Pearson r between raw salinity and raw SPL for this mode.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spectrum by density bin</a:t>
            </a:r>
          </a:p>
        </p:txBody>
      </p:sp>
      <p:pic>
        <p:nvPicPr>
          <p:cNvPr id="3" name="Picture 2" descr="sg607_spectrum_shallow_dives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"shallow dives" (frequency, log scale, vs SPL), one line per density bin.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SPL by density bin</a:t>
            </a:r>
          </a:p>
        </p:txBody>
      </p:sp>
      <p:pic>
        <p:nvPicPr>
          <p:cNvPr id="3" name="Picture 2" descr="sg607_box_shallow_dives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"shallow dives", split by density bin. Title shows the real per-point Pearson r between raw density and raw SPL for this mode.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spectrum by soundVelocity bin</a:t>
            </a:r>
          </a:p>
        </p:txBody>
      </p:sp>
      <p:pic>
        <p:nvPicPr>
          <p:cNvPr id="3" name="Picture 2" descr="sg607_spectrum_shallow_dives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"shallow dives" (frequency, log scale, vs SPL), one line per soundVelocity bin.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SPL by soundVelocity bin</a:t>
            </a:r>
          </a:p>
        </p:txBody>
      </p:sp>
      <p:pic>
        <p:nvPicPr>
          <p:cNvPr id="3" name="Picture 2" descr="sg607_box_shallow_dives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48" y="914400"/>
            <a:ext cx="733762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"shallow dives", split by soundVelocity bin. Title shows the real per-point Pearson r between raw soundVelocity and raw SPL for this mode.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spectrum by depth bin</a:t>
            </a:r>
          </a:p>
        </p:txBody>
      </p:sp>
      <p:pic>
        <p:nvPicPr>
          <p:cNvPr id="3" name="Picture 2" descr="sg607_spectrum_shallow_dives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070" y="914400"/>
            <a:ext cx="654137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"shallow dives" (frequency, log scale, vs SPL), one line per depth bin.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SPL by depth bin</a:t>
            </a:r>
          </a:p>
        </p:txBody>
      </p:sp>
      <p:pic>
        <p:nvPicPr>
          <p:cNvPr id="3" name="Picture 2" descr="sg607_box_shallow_dives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"shallow dives", split by depth bin. Title shows the real per-point Pearson r between raw depth and raw SPL for this mode.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spectrum by latitude bin</a:t>
            </a:r>
          </a:p>
        </p:txBody>
      </p:sp>
      <p:pic>
        <p:nvPicPr>
          <p:cNvPr id="3" name="Picture 2" descr="sg607_spectrum_shallow_dives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"shallow dives" (frequency, log scale, vs SPL), one line per latitude bin.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SPL by latitude bin</a:t>
            </a:r>
          </a:p>
        </p:txBody>
      </p:sp>
      <p:pic>
        <p:nvPicPr>
          <p:cNvPr id="3" name="Picture 2" descr="sg607_box_shallow_dives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"shallow dives", split by latitude bin. Title shows the real per-point Pearson r between raw latitude and raw SPL for this mode.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spectrum by longitude bin</a:t>
            </a:r>
          </a:p>
        </p:txBody>
      </p:sp>
      <p:pic>
        <p:nvPicPr>
          <p:cNvPr id="3" name="Picture 2" descr="sg607_spectrum_shallow_dives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"shallow dives" (frequency, log scale, vs SPL), one line per longitude bin.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shallow dives - SPL by longitude bin</a:t>
            </a:r>
          </a:p>
        </p:txBody>
      </p:sp>
      <p:pic>
        <p:nvPicPr>
          <p:cNvPr id="3" name="Picture 2" descr="sg607_box_shallow_dives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"shallow dives", split by longitude bin. Title shows the real per-point Pearson r between raw longitude and raw SPL for this mode.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spectrum by temperature bin</a:t>
            </a:r>
          </a:p>
        </p:txBody>
      </p:sp>
      <p:pic>
        <p:nvPicPr>
          <p:cNvPr id="3" name="Picture 2" descr="sg607_spectrum_slow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"slow" (frequency, log scale, vs SPL), one line per temperature bin.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SPL by temperature bin</a:t>
            </a:r>
          </a:p>
        </p:txBody>
      </p:sp>
      <p:pic>
        <p:nvPicPr>
          <p:cNvPr id="3" name="Picture 2" descr="sg607_box_slow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"slow", split by temperature bin. Title shows the real per-point Pearson r between raw temperature and raw SPL for this mode.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spectrum by salinity bin</a:t>
            </a:r>
          </a:p>
        </p:txBody>
      </p:sp>
      <p:pic>
        <p:nvPicPr>
          <p:cNvPr id="3" name="Picture 2" descr="sg607_spectrum_slow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"slow" (frequency, log scale, vs SPL), one line per salinity bin.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SPL by salinity bin</a:t>
            </a:r>
          </a:p>
        </p:txBody>
      </p:sp>
      <p:pic>
        <p:nvPicPr>
          <p:cNvPr id="3" name="Picture 2" descr="sg607_box_slow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"slow", split by salinity bin. Title shows the real per-point Pearson r between raw salinity and raw SPL for this mode.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spectrum by density bin</a:t>
            </a:r>
          </a:p>
        </p:txBody>
      </p:sp>
      <p:pic>
        <p:nvPicPr>
          <p:cNvPr id="3" name="Picture 2" descr="sg607_spectrum_slow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"slow" (frequency, log scale, vs SPL), one line per density bin.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SPL by density bin</a:t>
            </a:r>
          </a:p>
        </p:txBody>
      </p:sp>
      <p:pic>
        <p:nvPicPr>
          <p:cNvPr id="3" name="Picture 2" descr="sg607_box_slow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"slow", split by density bin. Title shows the real per-point Pearson r between raw density and raw SPL for this mode.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spectrum by soundVelocity bin</a:t>
            </a:r>
          </a:p>
        </p:txBody>
      </p:sp>
      <p:pic>
        <p:nvPicPr>
          <p:cNvPr id="3" name="Picture 2" descr="sg607_spectrum_slow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"slow" (frequency, log scale, vs SPL), one line per soundVelocity bin.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SPL by soundVelocity bin</a:t>
            </a:r>
          </a:p>
        </p:txBody>
      </p:sp>
      <p:pic>
        <p:nvPicPr>
          <p:cNvPr id="3" name="Picture 2" descr="sg607_box_slow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48" y="914400"/>
            <a:ext cx="733762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"slow", split by soundVelocity bin. Title shows the real per-point Pearson r between raw soundVelocity and raw SPL for this mode.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spectrum by depth bin</a:t>
            </a:r>
          </a:p>
        </p:txBody>
      </p:sp>
      <p:pic>
        <p:nvPicPr>
          <p:cNvPr id="3" name="Picture 2" descr="sg607_spectrum_slow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"slow" (frequency, log scale, vs SPL), one line per depth bin.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SPL by depth bin</a:t>
            </a:r>
          </a:p>
        </p:txBody>
      </p:sp>
      <p:pic>
        <p:nvPicPr>
          <p:cNvPr id="3" name="Picture 2" descr="sg607_box_slow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"slow", split by depth bin. Title shows the real per-point Pearson r between raw depth and raw SPL for this mode.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spectrum by latitude bin</a:t>
            </a:r>
          </a:p>
        </p:txBody>
      </p:sp>
      <p:pic>
        <p:nvPicPr>
          <p:cNvPr id="3" name="Picture 2" descr="sg607_spectrum_slow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070" y="914400"/>
            <a:ext cx="654137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"slow" (frequency, log scale, vs SPL), one line per latitude bin.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SPL by latitude bin</a:t>
            </a:r>
          </a:p>
        </p:txBody>
      </p:sp>
      <p:pic>
        <p:nvPicPr>
          <p:cNvPr id="3" name="Picture 2" descr="sg607_box_slow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"slow", split by latitude bin. Title shows the real per-point Pearson r between raw latitude and raw SPL for this mode.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spectrum by longitude bin</a:t>
            </a:r>
          </a:p>
        </p:txBody>
      </p:sp>
      <p:pic>
        <p:nvPicPr>
          <p:cNvPr id="3" name="Picture 2" descr="sg607_spectrum_slow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070" y="914400"/>
            <a:ext cx="654137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"slow" (frequency, log scale, vs SPL), one line per longitude bin.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slow - SPL by longitude bin</a:t>
            </a:r>
          </a:p>
        </p:txBody>
      </p:sp>
      <p:pic>
        <p:nvPicPr>
          <p:cNvPr id="3" name="Picture 2" descr="sg607_box_slow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"slow", split by longitude bin. Title shows the real per-point Pearson r between raw longitude and raw SPL for this mode.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intermediate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spectrum by temperature bin</a:t>
            </a:r>
          </a:p>
        </p:txBody>
      </p:sp>
      <p:pic>
        <p:nvPicPr>
          <p:cNvPr id="3" name="Picture 2" descr="sg607_spectrum_intermediate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"intermediate" (frequency, log scale, vs SPL), one line per temperature bin.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SPL by temperature bin</a:t>
            </a:r>
          </a:p>
        </p:txBody>
      </p:sp>
      <p:pic>
        <p:nvPicPr>
          <p:cNvPr id="3" name="Picture 2" descr="sg607_box_intermediate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"intermediate", split by temperature bin. Title shows the real per-point Pearson r between raw temperature and raw SPL for this mode.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spectrum by salinity bin</a:t>
            </a:r>
          </a:p>
        </p:txBody>
      </p:sp>
      <p:pic>
        <p:nvPicPr>
          <p:cNvPr id="3" name="Picture 2" descr="sg607_spectrum_intermediate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"intermediate" (frequency, log scale, vs SPL), one line per salinity bin.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SPL by salinity bin</a:t>
            </a:r>
          </a:p>
        </p:txBody>
      </p:sp>
      <p:pic>
        <p:nvPicPr>
          <p:cNvPr id="3" name="Picture 2" descr="sg607_box_intermediate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"intermediate", split by salinity bin. Title shows the real per-point Pearson r between raw salinity and raw SPL for this mode.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spectrum by density bin</a:t>
            </a:r>
          </a:p>
        </p:txBody>
      </p:sp>
      <p:pic>
        <p:nvPicPr>
          <p:cNvPr id="3" name="Picture 2" descr="sg607_spectrum_intermediate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"intermediate" (frequency, log scale, vs SPL), one line per density bin.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SPL by density bin</a:t>
            </a:r>
          </a:p>
        </p:txBody>
      </p:sp>
      <p:pic>
        <p:nvPicPr>
          <p:cNvPr id="3" name="Picture 2" descr="sg607_box_intermediate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"intermediate", split by density bin. Title shows the real per-point Pearson r between raw density and raw SPL for this mode.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spectrum by soundVelocity bin</a:t>
            </a:r>
          </a:p>
        </p:txBody>
      </p:sp>
      <p:pic>
        <p:nvPicPr>
          <p:cNvPr id="3" name="Picture 2" descr="sg607_spectrum_intermediate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"intermediate" (frequency, log scale, vs SPL), one line per soundVelocity bin.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SPL by soundVelocity bin</a:t>
            </a:r>
          </a:p>
        </p:txBody>
      </p:sp>
      <p:pic>
        <p:nvPicPr>
          <p:cNvPr id="3" name="Picture 2" descr="sg607_box_intermediate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48" y="914400"/>
            <a:ext cx="733762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"intermediate", split by soundVelocity bin. Title shows the real per-point Pearson r between raw soundVelocity and raw SPL for this mode.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spectrum by depth bin</a:t>
            </a:r>
          </a:p>
        </p:txBody>
      </p:sp>
      <p:pic>
        <p:nvPicPr>
          <p:cNvPr id="3" name="Picture 2" descr="sg607_spectrum_intermediate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"intermediate" (frequency, log scale, vs SPL), one line per depth bin.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SPL by depth bin</a:t>
            </a:r>
          </a:p>
        </p:txBody>
      </p:sp>
      <p:pic>
        <p:nvPicPr>
          <p:cNvPr id="3" name="Picture 2" descr="sg607_box_intermediate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"intermediate", split by depth bin. Title shows the real per-point Pearson r between raw depth and raw SPL for this mode.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spectrum by latitude bin</a:t>
            </a:r>
          </a:p>
        </p:txBody>
      </p:sp>
      <p:pic>
        <p:nvPicPr>
          <p:cNvPr id="3" name="Picture 2" descr="sg607_spectrum_intermediate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070" y="914400"/>
            <a:ext cx="654137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"intermediate" (frequency, log scale, vs SPL), one line per latitude bin.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SPL by latitude bin</a:t>
            </a:r>
          </a:p>
        </p:txBody>
      </p:sp>
      <p:pic>
        <p:nvPicPr>
          <p:cNvPr id="3" name="Picture 2" descr="sg607_box_intermediate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"intermediate", split by latitude bin. Title shows the real per-point Pearson r between raw latitude and raw SPL for this mode.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spectrum by longitude bin</a:t>
            </a:r>
          </a:p>
        </p:txBody>
      </p:sp>
      <p:pic>
        <p:nvPicPr>
          <p:cNvPr id="3" name="Picture 2" descr="sg607_spectrum_intermediate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"intermediate" (frequency, log scale, vs SPL), one line per longitude bin.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intermediate - SPL by longitude bin</a:t>
            </a:r>
          </a:p>
        </p:txBody>
      </p:sp>
      <p:pic>
        <p:nvPicPr>
          <p:cNvPr id="3" name="Picture 2" descr="sg607_box_intermediate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"intermediate", split by longitude bin. Title shows the real per-point Pearson r between raw longitude and raw SPL for this mode.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drift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spectrum by temperature bin</a:t>
            </a:r>
          </a:p>
        </p:txBody>
      </p:sp>
      <p:pic>
        <p:nvPicPr>
          <p:cNvPr id="3" name="Picture 2" descr="sg607_spectrum_drift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"drift" (frequency, log scale, vs SPL), one line per temperature bin.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SPL by temperature bin</a:t>
            </a:r>
          </a:p>
        </p:txBody>
      </p:sp>
      <p:pic>
        <p:nvPicPr>
          <p:cNvPr id="3" name="Picture 2" descr="sg607_box_drift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"drift", split by temperature bin. Title shows the real per-point Pearson r between raw temperature and raw SPL for this mode.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spectrum by salinity bin</a:t>
            </a:r>
          </a:p>
        </p:txBody>
      </p:sp>
      <p:pic>
        <p:nvPicPr>
          <p:cNvPr id="3" name="Picture 2" descr="sg607_spectrum_drift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"drift" (frequency, log scale, vs SPL), one line per salinity bin.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SPL by salinity bin</a:t>
            </a:r>
          </a:p>
        </p:txBody>
      </p:sp>
      <p:pic>
        <p:nvPicPr>
          <p:cNvPr id="3" name="Picture 2" descr="sg607_box_drift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"drift", split by salinity bin. Title shows the real per-point Pearson r between raw salinity and raw SPL for this mode.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spectrum by density bin</a:t>
            </a:r>
          </a:p>
        </p:txBody>
      </p:sp>
      <p:pic>
        <p:nvPicPr>
          <p:cNvPr id="3" name="Picture 2" descr="sg607_spectrum_drif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"drift" (frequency, log scale, vs SPL), one line per density bin.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SPL by density bin</a:t>
            </a:r>
          </a:p>
        </p:txBody>
      </p:sp>
      <p:pic>
        <p:nvPicPr>
          <p:cNvPr id="3" name="Picture 2" descr="sg607_box_drif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"drift", split by density bin. Title shows the real per-point Pearson r between raw density and raw SPL for this mode.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spectrum by soundVelocity bin</a:t>
            </a:r>
          </a:p>
        </p:txBody>
      </p:sp>
      <p:pic>
        <p:nvPicPr>
          <p:cNvPr id="3" name="Picture 2" descr="sg607_spectrum_drift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"drift" (frequency, log scale, vs SPL), one line per soundVelocity bin.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SPL by soundVelocity bin</a:t>
            </a:r>
          </a:p>
        </p:txBody>
      </p:sp>
      <p:pic>
        <p:nvPicPr>
          <p:cNvPr id="3" name="Picture 2" descr="sg607_box_drift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48" y="914400"/>
            <a:ext cx="733762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"drift", split by soundVelocity bin. Title shows the real per-point Pearson r between raw soundVelocity and raw SPL for this mode.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spectrum by depth bin</a:t>
            </a:r>
          </a:p>
        </p:txBody>
      </p:sp>
      <p:pic>
        <p:nvPicPr>
          <p:cNvPr id="3" name="Picture 2" descr="sg607_spectrum_drift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"drift" (frequency, log scale, vs SPL), one line per depth bin.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SPL by depth bin</a:t>
            </a:r>
          </a:p>
        </p:txBody>
      </p:sp>
      <p:pic>
        <p:nvPicPr>
          <p:cNvPr id="3" name="Picture 2" descr="sg607_box_drift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"drift", split by depth bin. Title shows the real per-point Pearson r between raw depth and raw SPL for this mode.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spectrum by latitude bin</a:t>
            </a:r>
          </a:p>
        </p:txBody>
      </p:sp>
      <p:pic>
        <p:nvPicPr>
          <p:cNvPr id="3" name="Picture 2" descr="sg607_spectrum_drift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"drift" (frequency, log scale, vs SPL), one line per latitude bin.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SPL by latitude bin</a:t>
            </a:r>
          </a:p>
        </p:txBody>
      </p:sp>
      <p:pic>
        <p:nvPicPr>
          <p:cNvPr id="3" name="Picture 2" descr="sg607_box_drift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"drift", split by latitude bin. Title shows the real per-point Pearson r between raw latitude and raw SPL for this mode.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spectrum by longitude bin</a:t>
            </a:r>
          </a:p>
        </p:txBody>
      </p:sp>
      <p:pic>
        <p:nvPicPr>
          <p:cNvPr id="3" name="Picture 2" descr="sg607_spectrum_drift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"drift" (frequency, log scale, vs SPL), one line per longitude bin.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drift - SPL by longitude bin</a:t>
            </a:r>
          </a:p>
        </p:txBody>
      </p:sp>
      <p:pic>
        <p:nvPicPr>
          <p:cNvPr id="3" name="Picture 2" descr="sg607_box_drift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"drift", split by longitude bin. Title shows the real per-point Pearson r between raw longitude and raw SPL for this mode.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mini-slow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spectrum by temperature bin</a:t>
            </a:r>
          </a:p>
        </p:txBody>
      </p:sp>
      <p:pic>
        <p:nvPicPr>
          <p:cNvPr id="3" name="Picture 2" descr="sg607_spectrum_mini-slow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"mini-slow" (frequency, log scale, vs SPL), one line per temperature bin.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SPL by temperature bin</a:t>
            </a:r>
          </a:p>
        </p:txBody>
      </p:sp>
      <p:pic>
        <p:nvPicPr>
          <p:cNvPr id="3" name="Picture 2" descr="sg607_box_mini-slow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"mini-slow", split by temperature bin. Title shows the real per-point Pearson r between raw temperature and raw SPL for this mode.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spectrum by salinity bin</a:t>
            </a:r>
          </a:p>
        </p:txBody>
      </p:sp>
      <p:pic>
        <p:nvPicPr>
          <p:cNvPr id="3" name="Picture 2" descr="sg607_spectrum_mini-slow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"mini-slow" (frequency, log scale, vs SPL), one line per salinity bin.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SPL by salinity bin</a:t>
            </a:r>
          </a:p>
        </p:txBody>
      </p:sp>
      <p:pic>
        <p:nvPicPr>
          <p:cNvPr id="3" name="Picture 2" descr="sg607_box_mini-slow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"mini-slow", split by salinity bin. Title shows the real per-point Pearson r between raw salinity and raw SPL for this mode.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spectrum by density bin</a:t>
            </a:r>
          </a:p>
        </p:txBody>
      </p:sp>
      <p:pic>
        <p:nvPicPr>
          <p:cNvPr id="3" name="Picture 2" descr="sg607_spectrum_mini-slow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"mini-slow" (frequency, log scale, vs SPL), one line per density bin.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SPL by density bin</a:t>
            </a:r>
          </a:p>
        </p:txBody>
      </p:sp>
      <p:pic>
        <p:nvPicPr>
          <p:cNvPr id="3" name="Picture 2" descr="sg607_box_mini-slow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"mini-slow", split by density bin. Title shows the real per-point Pearson r between raw density and raw SPL for this mode.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spectrum by soundVelocity bin</a:t>
            </a:r>
          </a:p>
        </p:txBody>
      </p:sp>
      <p:pic>
        <p:nvPicPr>
          <p:cNvPr id="3" name="Picture 2" descr="sg607_spectrum_mini-slow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"mini-slow" (frequency, log scale, vs SPL), one line per soundVelocity bin.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SPL by soundVelocity bin</a:t>
            </a:r>
          </a:p>
        </p:txBody>
      </p:sp>
      <p:pic>
        <p:nvPicPr>
          <p:cNvPr id="3" name="Picture 2" descr="sg607_box_mini-slow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48" y="914400"/>
            <a:ext cx="733762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"mini-slow", split by soundVelocity bin. Title shows the real per-point Pearson r between raw soundVelocity and raw SPL for this mode.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spectrum by depth bin</a:t>
            </a:r>
          </a:p>
        </p:txBody>
      </p:sp>
      <p:pic>
        <p:nvPicPr>
          <p:cNvPr id="3" name="Picture 2" descr="sg607_spectrum_mini-slow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"mini-slow" (frequency, log scale, vs SPL), one line per depth bin.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SPL by depth bin</a:t>
            </a:r>
          </a:p>
        </p:txBody>
      </p:sp>
      <p:pic>
        <p:nvPicPr>
          <p:cNvPr id="3" name="Picture 2" descr="sg607_box_mini-slow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"mini-slow", split by depth bin. Title shows the real per-point Pearson r between raw depth and raw SPL for this mode.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spectrum by latitude bin</a:t>
            </a:r>
          </a:p>
        </p:txBody>
      </p:sp>
      <p:pic>
        <p:nvPicPr>
          <p:cNvPr id="3" name="Picture 2" descr="sg607_spectrum_mini-slow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"mini-slow" (frequency, log scale, vs SPL), one line per latitude bin.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SPL by latitude bin</a:t>
            </a:r>
          </a:p>
        </p:txBody>
      </p:sp>
      <p:pic>
        <p:nvPicPr>
          <p:cNvPr id="3" name="Picture 2" descr="sg607_box_mini-slow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"mini-slow", split by latitude bin. Title shows the real per-point Pearson r between raw latitude and raw SPL for this mode.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spectrum by longitude bin</a:t>
            </a:r>
          </a:p>
        </p:txBody>
      </p:sp>
      <p:pic>
        <p:nvPicPr>
          <p:cNvPr id="3" name="Picture 2" descr="sg607_spectrum_mini-slow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"mini-slow" (frequency, log scale, vs SPL), one line per longitude bin.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mini-slow - SPL by longitude bin</a:t>
            </a:r>
          </a:p>
        </p:txBody>
      </p:sp>
      <p:pic>
        <p:nvPicPr>
          <p:cNvPr id="3" name="Picture 2" descr="sg607_box_mini-slow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"mini-slow", split by longitude bin. Title shows the real per-point Pearson r between raw longitude and raw SPL for this mode.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mini-intermediate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spectrum by temperature bin</a:t>
            </a:r>
          </a:p>
        </p:txBody>
      </p:sp>
      <p:pic>
        <p:nvPicPr>
          <p:cNvPr id="3" name="Picture 2" descr="sg607_spectrum_mini-intermediate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"mini-intermediate" (frequency, log scale, vs SPL), one line per temperature bin.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SPL by temperature bin</a:t>
            </a:r>
          </a:p>
        </p:txBody>
      </p:sp>
      <p:pic>
        <p:nvPicPr>
          <p:cNvPr id="3" name="Picture 2" descr="sg607_box_mini-intermediate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"mini-intermediate", split by temperature bin. Title shows the real per-point Pearson r between raw temperature and raw SPL for this mode.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spectrum by salinity bin</a:t>
            </a:r>
          </a:p>
        </p:txBody>
      </p:sp>
      <p:pic>
        <p:nvPicPr>
          <p:cNvPr id="3" name="Picture 2" descr="sg607_spectrum_mini-intermediate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"mini-intermediate" (frequency, log scale, vs SPL), one line per salinity bin.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SPL by salinity bin</a:t>
            </a:r>
          </a:p>
        </p:txBody>
      </p:sp>
      <p:pic>
        <p:nvPicPr>
          <p:cNvPr id="3" name="Picture 2" descr="sg607_box_mini-intermediate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"mini-intermediate", split by salinity bin. Title shows the real per-point Pearson r between raw salinity and raw SPL for this mode.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spectrum by density bin</a:t>
            </a:r>
          </a:p>
        </p:txBody>
      </p:sp>
      <p:pic>
        <p:nvPicPr>
          <p:cNvPr id="3" name="Picture 2" descr="sg607_spectrum_mini-intermediate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"mini-intermediate" (frequency, log scale, vs SPL), one line per density bin.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SPL by density bin</a:t>
            </a:r>
          </a:p>
        </p:txBody>
      </p:sp>
      <p:pic>
        <p:nvPicPr>
          <p:cNvPr id="3" name="Picture 2" descr="sg607_box_mini-intermediate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"mini-intermediate", split by density bin. Title shows the real per-point Pearson r between raw density and raw SPL for this mode.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spectrum by soundVelocity bin</a:t>
            </a:r>
          </a:p>
        </p:txBody>
      </p:sp>
      <p:pic>
        <p:nvPicPr>
          <p:cNvPr id="3" name="Picture 2" descr="sg607_spectrum_mini-intermediate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"mini-intermediate" (frequency, log scale, vs SPL), one line per soundVelocity bin.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SPL by soundVelocity bin</a:t>
            </a:r>
          </a:p>
        </p:txBody>
      </p:sp>
      <p:pic>
        <p:nvPicPr>
          <p:cNvPr id="3" name="Picture 2" descr="sg607_box_mini-intermediate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48" y="914400"/>
            <a:ext cx="733762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"mini-intermediate", split by soundVelocity bin. Title shows the real per-point Pearson r between raw soundVelocity and raw SPL for this mode.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spectrum by depth bin</a:t>
            </a:r>
          </a:p>
        </p:txBody>
      </p:sp>
      <p:pic>
        <p:nvPicPr>
          <p:cNvPr id="3" name="Picture 2" descr="sg607_spectrum_mini-intermediate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"mini-intermediate" (frequency, log scale, vs SPL), one line per depth bin.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SPL by depth bin</a:t>
            </a:r>
          </a:p>
        </p:txBody>
      </p:sp>
      <p:pic>
        <p:nvPicPr>
          <p:cNvPr id="3" name="Picture 2" descr="sg607_box_mini-intermediate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"mini-intermediate", split by depth bin. Title shows the real per-point Pearson r between raw depth and raw SPL for this mode.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spectrum by latitude bin</a:t>
            </a:r>
          </a:p>
        </p:txBody>
      </p:sp>
      <p:pic>
        <p:nvPicPr>
          <p:cNvPr id="3" name="Picture 2" descr="sg607_spectrum_mini-intermediate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"mini-intermediate" (frequency, log scale, vs SPL), one line per latitude bin.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SPL by latitude bin</a:t>
            </a:r>
          </a:p>
        </p:txBody>
      </p:sp>
      <p:pic>
        <p:nvPicPr>
          <p:cNvPr id="3" name="Picture 2" descr="sg607_box_mini-intermediate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"mini-intermediate", split by latitude bin. Title shows the real per-point Pearson r between raw latitude and raw SPL for this mode.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spectrum by longitude bin</a:t>
            </a:r>
          </a:p>
        </p:txBody>
      </p:sp>
      <p:pic>
        <p:nvPicPr>
          <p:cNvPr id="3" name="Picture 2" descr="sg607_spectrum_mini-intermediate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"mini-intermediate" (frequency, log scale, vs SPL), one line per longitude bin.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mini-intermediate - SPL by longitude bin</a:t>
            </a:r>
          </a:p>
        </p:txBody>
      </p:sp>
      <p:pic>
        <p:nvPicPr>
          <p:cNvPr id="3" name="Picture 2" descr="sg607_box_mini-intermediate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"mini-intermediate", split by longitude bin. Title shows the real per-point Pearson r between raw longitude and raw SPL for this mode.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mini-fast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spectrum by temperature bin</a:t>
            </a:r>
          </a:p>
        </p:txBody>
      </p:sp>
      <p:pic>
        <p:nvPicPr>
          <p:cNvPr id="3" name="Picture 2" descr="sg607_spectrum_mini-fast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"mini-fast" (frequency, log scale, vs SPL), one line per temperature bin.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SPL by temperature bin</a:t>
            </a:r>
          </a:p>
        </p:txBody>
      </p:sp>
      <p:pic>
        <p:nvPicPr>
          <p:cNvPr id="3" name="Picture 2" descr="sg607_box_mini-fast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"mini-fast", split by temperature bin. Title shows the real per-point Pearson r between raw temperature and raw SPL for this mode.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spectrum by salinity bin</a:t>
            </a:r>
          </a:p>
        </p:txBody>
      </p:sp>
      <p:pic>
        <p:nvPicPr>
          <p:cNvPr id="3" name="Picture 2" descr="sg607_spectrum_mini-fast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"mini-fast" (frequency, log scale, vs SPL), one line per salinity bin.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SPL by salinity bin</a:t>
            </a:r>
          </a:p>
        </p:txBody>
      </p:sp>
      <p:pic>
        <p:nvPicPr>
          <p:cNvPr id="3" name="Picture 2" descr="sg607_box_mini-fast_sal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"mini-fast", split by salinity bin. Title shows the real per-point Pearson r between raw salinity and raw SPL for this mode.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spectrum by density bin</a:t>
            </a:r>
          </a:p>
        </p:txBody>
      </p:sp>
      <p:pic>
        <p:nvPicPr>
          <p:cNvPr id="3" name="Picture 2" descr="sg607_spectrum_mini-fas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"mini-fast" (frequency, log scale, vs SPL), one line per density bin.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SPL by density bin</a:t>
            </a:r>
          </a:p>
        </p:txBody>
      </p:sp>
      <p:pic>
        <p:nvPicPr>
          <p:cNvPr id="3" name="Picture 2" descr="sg607_box_mini-fas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"mini-fast", split by density bin. Title shows the real per-point Pearson r between raw density and raw SPL for this mode.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spectrum by soundVelocity bin</a:t>
            </a:r>
          </a:p>
        </p:txBody>
      </p:sp>
      <p:pic>
        <p:nvPicPr>
          <p:cNvPr id="3" name="Picture 2" descr="sg607_spectrum_mini-fast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"mini-fast" (frequency, log scale, vs SPL), one line per soundVelocity bin.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SPL by soundVelocity bin</a:t>
            </a:r>
          </a:p>
        </p:txBody>
      </p:sp>
      <p:pic>
        <p:nvPicPr>
          <p:cNvPr id="3" name="Picture 2" descr="sg607_box_mini-fast_sound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48" y="914400"/>
            <a:ext cx="733762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"mini-fast", split by soundVelocity bin. Title shows the real per-point Pearson r between raw soundVelocity and raw SPL for this mode.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spectrum by depth bin</a:t>
            </a:r>
          </a:p>
        </p:txBody>
      </p:sp>
      <p:pic>
        <p:nvPicPr>
          <p:cNvPr id="3" name="Picture 2" descr="sg607_spectrum_mini-fast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262" y="914400"/>
            <a:ext cx="65869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"mini-fast" (frequency, log scale, vs SPL), one line per depth bin.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SPL by depth bin</a:t>
            </a:r>
          </a:p>
        </p:txBody>
      </p:sp>
      <p:pic>
        <p:nvPicPr>
          <p:cNvPr id="3" name="Picture 2" descr="sg607_box_mini-fast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376" y="914400"/>
            <a:ext cx="73687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"mini-fast", split by depth bin. Title shows the real per-point Pearson r between raw depth and raw SPL for this mode.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spectrum by latitude bin</a:t>
            </a:r>
          </a:p>
        </p:txBody>
      </p:sp>
      <p:pic>
        <p:nvPicPr>
          <p:cNvPr id="3" name="Picture 2" descr="sg607_spectrum_mini-fast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"mini-fast" (frequency, log scale, vs SPL), one line per latitude bin.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SPL by latitude bin</a:t>
            </a:r>
          </a:p>
        </p:txBody>
      </p:sp>
      <p:pic>
        <p:nvPicPr>
          <p:cNvPr id="3" name="Picture 2" descr="sg607_box_mini-fast_la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"mini-fast", split by latitude bin. Title shows the real per-point Pearson r between raw latitude and raw SPL for this mode.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spectrum by longitude bin</a:t>
            </a:r>
          </a:p>
        </p:txBody>
      </p:sp>
      <p:pic>
        <p:nvPicPr>
          <p:cNvPr id="3" name="Picture 2" descr="sg607_spectrum_mini-fast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565" y="914400"/>
            <a:ext cx="649639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Mean noise spectrum during "mini-fast" (frequency, log scale, vs SPL), one line per longitude bin.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mini-fast - SPL by longitude bin</a:t>
            </a:r>
          </a:p>
        </p:txBody>
      </p:sp>
      <p:pic>
        <p:nvPicPr>
          <p:cNvPr id="3" name="Picture 2" descr="sg607_box_mini-fast_long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89" y="914400"/>
            <a:ext cx="735874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200"/>
            </a:pPr>
            <a:r>
              <a:t>Broadband SPL distribution during "mini-fast", split by longitude bin. Title shows the real per-point Pearson r between raw longitude and raw SPL for this mode.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